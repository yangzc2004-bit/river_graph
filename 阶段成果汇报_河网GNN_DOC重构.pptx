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开场：这是河网GNN做DOC重构的阶段汇报。方法主线已经闭合，正在做结果冻结与论文图。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用三个数字建立问题规模：上万站有过采样，可用序列只有约五百，覆盖率8.9%。再点出三种常规方法为什么不够。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把问题收成一句科学问题，再拆成RQ1拓扑、RQ2缺失恢复、RQ3时空泛化三个可证伪子问题。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对应Fig1：左边稀疏观测，中间距离插值忽略流向，右边沿河网消息传递补全缺失DOC。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讲清输入三件套和输出目标。强调消融阶梯：每一步只加一个物理/生态假设。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对应Fig2：从数据到构图、基线与GNN、E1/E2/E3评测、重构输出与碳通量含义。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强调数据全部公开、脚本可复现。泄漏规则是审稿人会盯的点，主动说清楚。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四组实验对应三个RQ。强调冻结协议：预测落盘，分析不重训。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这是整场汇报的骨架。每级命名+加了什么+发现了什么。最后一句是主线结论。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Fig4讲编码如何变「河网感知」：G0只知道连谁；H1知道上下游；H1.5稳定训练；H2用边物理加权消息。注意本图止于H2，后面H2E/H2X再加生态身份。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左边讲方向和边门控，右边讲生态身份。点出源头站问题是H1崩E3的诊断入口。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主表。先读基线，再读阶梯。突出H2X在E2b和E3。说明部分格子等冻结。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对应Fig3：E3是空间最难设定；拓扑GNN有竞争力但空间外推仍难；与后文H2E/H2X修复形成递进。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这一页是方法演化的「为什么」。诊断驱动设计，而不是堆模块。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用极端站说明：不是所有误差都是模型失败。这是审稿防御点。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主动列局限，显得可控。冻结、时序、外流域是后续优先级。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给出时间感：先冻结出图，再H3，再外流域。避免听起来无限扩展。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四句话收束。停在「可汇报的阶段成果」和「明确的下一步」。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阶段成果汇报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河网感知图神经网络</a:t>
            </a:r>
          </a:p>
          <a:p>
            <a:pPr>
              <a:spcAft>
                <a:spcPts val="600"/>
              </a:spcAft>
            </a:pPr>
            <a:r>
              <a:rPr sz="28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重构密西西比河流域稀疏 DOC 观测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Topology-aware GNN for Reconstructing Sparse Dissolved Organic Carbon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Observations in the Mississippi River Basin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46320"/>
            <a:ext cx="3840480" cy="36576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科研进展 / 方法阶梯已闭合 / 冻结与论文图进行中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研究背景：DOC 监测极稀疏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溶解有机碳（DOC）是水质与碳循环的关键指标，但观测网络远不足以支撑全流域理解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11,948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至少有过 1 次
DOC 采样的站点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~570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974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具有可用时间序列
的站点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8.9%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974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(站点×月份) 格子
实际有观测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传统路径的局限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站均值 / 空间插值（Kriging）：忽略河网连通与水流方向，空间外推弱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表格特征模型（RF / MLP）：把站点当独立点，未利用上下游因果结构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普通 GCN：把邻域当无向平均，与河流「有向输运」物理不符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→ 核心矛盾：观测稀疏 vs 河网本身携带强结构先验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能否利用河网自身的连通性、流向、输运物理与生态身份，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重构那些「从未被测量」的 (站点, 月份) DOC？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1005840" cy="5943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101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真实河网拓扑是否优于随机图 / 无图？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1005840" cy="5943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7880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788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在 20/40/60% 重遮罩下能恢复多少观测？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1005840" cy="5943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4748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47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学到的结构能否在时间与空间上外推？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任务形态：站点图上的时空遮罩重构（spatiotemporal masked reconstruction）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Figure 1 · 科学问题示意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scientific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960" y="1298448"/>
            <a:ext cx="6913774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稀疏 DOC 观测 vs 欧氏插值 vs 拓扑感知 GNN：关键在于河网连通是否提供超出距离的信息。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核心思路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环境定义节点「是什么」，河网定义信息「怎么传」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373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稀疏 DOC 观测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06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USGS / WQP
8.9%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7373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河网拓扑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2606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NLDI / NHDPlus
有向边 + 物理属性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55448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17373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生态身份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606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StreamCat
汇水区静态属性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55448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17373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有向传输 GNN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2606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direction + gate
+ context encoder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487168" y="2286000"/>
            <a:ext cx="201168" cy="256032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681728" y="2286000"/>
            <a:ext cx="201168" cy="256032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6876288" y="2286000"/>
            <a:ext cx="201168" cy="256032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1160" y="155448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874519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补全未测
DOC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1. 拓扑消融：无图 / 随机图 / 真实河网 —— 证明「河网」本身有效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2. 方向消融：无向 GCN → 上/下游分离权重 —— 证明「流向」有效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3. 传输消融：均匀邻域平均 → 边物理门控 —— 证明「河段属性」有效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4. 身份消融：仅拓扑 → +生态 context —— 证明空间外推需要「这是什么河」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每一级只改一个因素，同一 benchmark 协议对比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Figure 2 · 实验框架总览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experiment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960" y="1298448"/>
            <a:ext cx="6913774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Data → Graph construction → Methods → Evaluation → Outputs：MVP 全链路。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数据与图构建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密西西比河流域 · 月尺度 · 公开数据可复现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760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 / 内容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 标签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USGS NWIS pcode 00681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1972–2026 月均；33,048 观测格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NLDI / NHDPlus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571 站，562 条有向边（上游→下游）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动态特征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水温 / 流量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DOC 对齐的月序列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边物理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NHDPlus VAA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河段长度、汇水面积、坡度、Strahler 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EPA StreamCat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土地利用、气候态、土壤有机质、海拔、基流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最大连通分量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图算法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407 节点（E3 采样域）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720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可复现流水线（脚本化，data/ 可重新拉取）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fetch_doc_inventory → build_graph → build_dataset → fetch_streamcat → generate_masks → run_freeze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泄漏规则：模型只在 train 上拟合；测试格的 DOC 通道始终置零；StreamCat 为静态汇水区属性，不含评测期信息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评测协议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同一 masks 冻结，所有模型公平对比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7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754880"/>
                <a:gridCol w="512063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设定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随机遮罩 20/40/60% × seed 42/43/44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拓扑是否有用？重缺失下能恢复多少？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 ≤2020，测 2021+ 全部观测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纯特征驱动的未来外推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同上，但未来 20% 观测作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监测网运行中的缺口填补（主时间实验）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留出 20% 站点（其全部月份）× 3 seeds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能否沿河网向未监测站传播信息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B0 站均值  ·  B1 欧氏 Kriging  ·  B2 Random Forest  ·  B3 MLP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RMSE / MAE / R²（mg/L 空间）+ log 空间变体；DOC 长尾，两者都报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Phase 0：每个 (模型 × mask) 只训一次，逐格预测落盘 parquet，下游零重训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方法演化阶梯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每一级只加入一个物理/生态假设，同协议消融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496" y="2130552"/>
            <a:ext cx="713232" cy="3657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6243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普通 GCN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310896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河网作无向边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37033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拓扑 &gt; 随机 &gt; 无图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87752" y="3040379"/>
            <a:ext cx="109728" cy="18288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15768" y="196596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43784" y="2130552"/>
            <a:ext cx="713232" cy="3657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2148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3784" y="26243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有向关系 GCN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310896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上/下游分权重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84" y="37033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时间重构首次超过 RF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92040" y="3040379"/>
            <a:ext cx="109728" cy="18288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0056" y="196596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48072" y="2130552"/>
            <a:ext cx="713232" cy="3657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936" y="2148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26243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传输门控 GCN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10896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边物理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37033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E2a/E2b 最佳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96328" y="3040379"/>
            <a:ext cx="109728" cy="18288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24344" y="196596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52360" y="2130552"/>
            <a:ext cx="713232" cy="3657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3" y="2148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H2E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6243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+ 生态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10896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StreamCat 拼接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7033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E3 R² 0.23→0.32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500616" y="3040379"/>
            <a:ext cx="109728" cy="182880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28632" y="196596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 w="12700">
            <a:solidFill>
              <a:srgbClr val="2C6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56648" y="2130552"/>
            <a:ext cx="713232" cy="365760"/>
          </a:xfrm>
          <a:prstGeom prst="roundRect">
            <a:avLst>
              <a:gd name="adj" fmla="val 8000"/>
            </a:avLst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1511" y="2148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H2X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2624328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+ context encoder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310896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MLP 嵌入身份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37033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总体最佳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572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复杂度与信息源 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983480"/>
            <a:ext cx="2103120" cy="10972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4983480"/>
            <a:ext cx="2103120" cy="109728"/>
          </a:xfrm>
          <a:prstGeom prst="rect">
            <a:avLst/>
          </a:prstGeom>
          <a:solidFill>
            <a:srgbClr val="1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38344" y="4983480"/>
            <a:ext cx="2103120" cy="109728"/>
          </a:xfrm>
          <a:prstGeom prst="rect">
            <a:avLst/>
          </a:prstGeom>
          <a:solidFill>
            <a:srgbClr val="23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06055" y="4983480"/>
            <a:ext cx="2103120" cy="109728"/>
          </a:xfrm>
          <a:prstGeom prst="rect">
            <a:avLst/>
          </a:prstGeom>
          <a:solidFill>
            <a:srgbClr val="276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73768" y="4983480"/>
            <a:ext cx="2103120" cy="109728"/>
          </a:xfrm>
          <a:prstGeom prst="rect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主线结论：方向优势在 E1/E2（已知站的时间重构）；生态身份优势在 E3（未见站的空间迁移）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Figure 4 · 模型迭代：从通用 GNN 到河网感知编码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model_it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960" y="1298448"/>
            <a:ext cx="6913774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G0 连通 → H1 显式流向 → H1.5 有向稳定化 → H2 边特征门控；设计原则：逐步注入河流过程知识。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关键机制：从邻域平均到输运 + 身份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有向消息传递 + 边门控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上游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148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本站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794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下游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40280" y="2194560"/>
            <a:ext cx="640080" cy="201168"/>
          </a:xfrm>
          <a:prstGeom prst="rightArrow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383280" y="2697480"/>
            <a:ext cx="201168" cy="82296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W_up / W_down 分离：上游是因果输入，下游是反向约束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gate(e)=MLP(河段长, 汇水面积, 坡度, 河级…)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源头站（无上游）由节点自身 regime 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生态 context encoder（H2E / H2X）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8308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9280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水文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92807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汇水面积 / 海拔 / 坡度 / 河级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6032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700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气候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70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降水 / 温度气候态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33756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4472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土地利用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447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林 / 农 / 城 / 湿地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1480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245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土壤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土壤有机碳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H2E：特征直接拼接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H2X：MLP 编码后作为节点身份嵌入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拓扑负责传播，身份负责「这是什么河」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主结果（MAE, mg/L，越低越好）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E1 为 3 seeds 均值；† 部分 H2X 格子待全量冻结补全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7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797"/>
                <a:gridCol w="1419813"/>
                <a:gridCol w="1419813"/>
                <a:gridCol w="1419813"/>
                <a:gridCol w="1419813"/>
                <a:gridCol w="1419813"/>
                <a:gridCol w="1419813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 r20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 r40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 r60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E2a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E2b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站均值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Kriging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6E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 river GCN</a:t>
                      </a:r>
                    </a:p>
                  </a:txBody>
                  <a:tcPr anchor="ctr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6E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directed</a:t>
                      </a:r>
                    </a:p>
                  </a:txBody>
                  <a:tcPr anchor="ctr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6E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transport</a:t>
                      </a:r>
                    </a:p>
                  </a:txBody>
                  <a:tcPr anchor="ctr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6E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H2E + ecology</a:t>
                      </a:r>
                    </a:p>
                  </a:txBody>
                  <a:tcPr anchor="ctr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6E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H2X (ours)</a:t>
                      </a:r>
                    </a:p>
                  </a:txBody>
                  <a:tcPr anchor="ctr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读表：E1 上与 RF 接近并略优；E2b 时间重构 MAE 0.96 明显领先；E3 空间迁移 1.79 优于全部基线与前序 GNN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权威表以 experiments/frozen_results/benchmark.csv 为准（含 log 空间 R²）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Figure 3 · 关键结果总览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ke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960" y="1298448"/>
            <a:ext cx="6913774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任务难度（E3 最难）、E3 按 seed 对比、方法平均 R² 与 take-home 信息。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E3 诊断：错误集中在源头站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H1 崩溃不是容量问题，而是「无上游信息可传」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H1 在 E3 seed42 R² 一度为负
（clamp 修复后 ≈0.27）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误差集中在 HUC2 10/11
upstream_degree=0 的源头站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H2E/H2X 引入生态身份后
源头站 MAE 2.79 → 2.21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科学含义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有向消息传递默认「每个节点都有信息量上游」——河网并不满足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两个图角色相同的源头站（高山林地 vs 农业坡地）DOC 制度可以完全不同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因此空间外推必须同时回答「连到谁」和「自己是什么」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· 这是 H2E→H2X 设计的直接动机，也是论文的可辩护故事线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极端案例：06438000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系统性欠预测在科学上可解释，而非单纯拟合失败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个月有 DOC 观测
（记录极稀疏）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460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峰值 mg/L
（1980-07）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1978–80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高值集中期
均值 137.5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标签审计要点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高 DOC 与流量几乎无关（Spearman≈0），不是同月洪峰冲刷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上游邻站始终低 DOC → 高值是局部汇水区/时期现象，非干流传播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1981 年后同站再未复现 → 更像 regime / 采样年代效应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对模型的含义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月均流量 + 空间 GNN 缺少事件与源历史状态，几乎不可能凭空输出 460；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论文表述应为：与历史局部高 DOC 制度一致的、可解释的欠预测。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当前局限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阶段性诚实清单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2E2E"/>
                </a:solidFill>
                <a:latin typeface="Microsoft YaHei"/>
                <a:ea typeface="Microsoft YaHei"/>
                <a:cs typeface="Microsoft YaHei"/>
              </a:rPr>
              <a:t>冻结未完成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全量 parquet 仍在跑；H2X 部分 E1 格子待补齐后再出终表与四图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2E2E"/>
                </a:solidFill>
                <a:latin typeface="Microsoft YaHei"/>
                <a:ea typeface="Microsoft YaHei"/>
                <a:cs typeface="Microsoft YaHei"/>
              </a:rPr>
              <a:t>时序模块未上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H3（GRU 时序记忆）在 design 中规划但尚未进入主结果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2E2E"/>
                </a:solidFill>
                <a:latin typeface="Microsoft YaHei"/>
                <a:ea typeface="Microsoft YaHei"/>
                <a:cs typeface="Microsoft YaHei"/>
              </a:rPr>
              <a:t>极端 regime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337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1970s 局部高 DOC 无法由月均特征驱动复现；需事件尺度或源历史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2E2E"/>
                </a:solidFill>
                <a:latin typeface="Microsoft YaHei"/>
                <a:ea typeface="Microsoft YaHei"/>
                <a:cs typeface="Microsoft YaHei"/>
              </a:rPr>
              <a:t>单流域验证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结论目前只在密西西比；跨流域迁移与可移植性未测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519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2E2E"/>
                </a:solidFill>
                <a:latin typeface="Microsoft YaHei"/>
                <a:ea typeface="Microsoft YaHei"/>
                <a:cs typeface="Microsoft YaHei"/>
              </a:rPr>
              <a:t>图与标签限制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754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监测站非均匀空间采样；部分支流观测极稀；最大连通分量 407 节点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519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2E2E"/>
                </a:solidFill>
                <a:latin typeface="Microsoft YaHei"/>
                <a:ea typeface="Microsoft YaHei"/>
                <a:cs typeface="Microsoft YaHei"/>
              </a:rPr>
              <a:t>消融深度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54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H2X 生态组分 ablation 有初步 JSON，尚未全部进入冻结主表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后续工作安排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先交付可发表包，再扩展方法与外推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C6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 本周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完成全量冻结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生成 Figure 1–4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更新权威 benchmark 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39" y="146304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 论文图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214884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Fig1 方法阶梯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Fig2 E3 对比地图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Fig3 环境贡献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Fig4 极端案例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46304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 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4884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H3 时序记忆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生态组分完整 ablation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不确定度 / 预测区间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59" y="1463040"/>
            <a:ext cx="2697480" cy="502920"/>
          </a:xfrm>
          <a:prstGeom prst="roundRect">
            <a:avLst>
              <a:gd name="adj" fmla="val 8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14884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第二流域验证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跨流域迁移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事件尺度协变量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写作路径：以「诊断驱动的消融阶梯」为主线，突出 E2b 运行监测场景 + E3 源头站修复故事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C6E49"/>
                </a:solidFill>
                <a:latin typeface="Microsoft YaHei"/>
                <a:ea typeface="Microsoft YaHei"/>
                <a:cs typeface="Microsoft YaHei"/>
              </a:rPr>
              <a:t>当前即可汇报的成果：方法阶梯闭合、主指标优势、E3 诊断闭环、冻结基础设施就绪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109728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13716"/>
          </a:xfrm>
          <a:prstGeom prst="rect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904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流域 DOC 观测仅 8.9% 格子可用；河网是被忽略的强先验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4203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G0→H1→H2→H2E→H2X 消融阶梯：拓扑 → 方向 → 传输 → 生态身份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39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575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93591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E2b MAE 0.96、E3 MAE 1.79；源头站误差可被生态 context 显著修复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720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17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645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主结论可汇报；全量冻结与论文四图进行中；H3 与外流域为下一步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谢谢，欢迎讨论  ·  代码与 masks：D:\river_graph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河网感知 GNN 重构稀疏 DOC 观测  ·  阶段成果汇报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